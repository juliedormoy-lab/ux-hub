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2552" y="-2743200"/>
            <a:ext cx="7315200" cy="7315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57400"/>
            <a:ext cx="7620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902952" cy="228600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pPr algn="ctr">
              <a:lnSpc>
                <a:spcPct val="110000"/>
              </a:lnSpc>
              <a:defRPr sz="5200" b="1">
                <a:solidFill>
                  <a:srgbClr val="1E3A5F"/>
                </a:solidFill>
                <a:latin typeface="Helvetica Neue"/>
              </a:defRPr>
            </a:pPr>
            <a:r>
              <a:t>L'UX : Votre Avantage Compétitif Décisif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>
                <a:solidFill>
                  <a:srgbClr val="1A1A1A"/>
                </a:solidFill>
                <a:latin typeface="Helvetica Neue Light"/>
              </a:defRPr>
            </a:pPr>
            <a:r>
              <a:t>Transformer l'expérience utilisateur en performance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defRPr sz="2800" b="1">
                <a:solidFill>
                  <a:srgbClr val="1E3A5F"/>
                </a:solidFill>
                <a:latin typeface="Helvetica Neue"/>
              </a:defRPr>
            </a:pPr>
            <a:r>
              <a:t>L'UX en 30 Secondes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rIns="12700" tIns="508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L'UX (User Experience) = Conception centrée sur l'utilisateur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Objectif : Rendre chaque interaction intuitive, efficace et satisfaisante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Impact : De la satisfaction client à la performance opérationnelle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Key Point: L'UX n'est pas du design cosmétique - c'est une méthodologie business qui génère des résultats mesurables.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  <a:latin typeface="Helvetica Neue"/>
              </a:defRPr>
            </a:pPr>
            <a:r>
              <a:t>ROI Prouvé de l'UX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6" y="1554480"/>
            <a:ext cx="22860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1E3A5F"/>
                </a:solidFill>
                <a:latin typeface="Helvetica Neue"/>
              </a:defRPr>
            </a:pPr>
            <a:r>
              <a:t>9 900%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Helvetica Neue Light"/>
              </a:defRPr>
            </a:pPr>
            <a:r>
              <a:t>RETOUR SUR INVESTISSEMENT UX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6" y="4206240"/>
            <a:ext cx="22860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4754880"/>
            <a:ext cx="8988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Augmentation de 400% du taux de conversion après refonte 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914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defRPr sz="2800" b="1">
                <a:solidFill>
                  <a:srgbClr val="1E3A5F"/>
                </a:solidFill>
                <a:latin typeface="Helvetica Neue"/>
              </a:defRPr>
            </a:pPr>
            <a:r>
              <a:t>Notre Approche en 3 Temps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17352" cy="3657600"/>
          </a:xfrm>
          <a:prstGeom prst="rect">
            <a:avLst/>
          </a:prstGeom>
          <a:noFill/>
        </p:spPr>
        <p:txBody>
          <a:bodyPr wrap="square" lIns="12700" rIns="12700" tIns="50800" bIns="15240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COMPRENDRE - Recherche utilisateurs et analyse des besoins réels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CONCEVOIR - Prototypes testés et validés avant développement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rPr sz="2100">
                <a:solidFill>
                  <a:srgbClr val="1A1A1A"/>
                </a:solidFill>
                <a:latin typeface="Helvetica Neue Light"/>
              </a:rPr>
              <a:t>MESURER - KPIs et amélioration continue basée sur les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577840"/>
            <a:ext cx="6350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10268712" cy="594360"/>
          </a:xfrm>
          <a:prstGeom prst="rect">
            <a:avLst/>
          </a:prstGeom>
          <a:noFill/>
        </p:spPr>
        <p:txBody>
          <a:bodyPr wrap="square" lIns="12700" rIns="12700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Helvetica Neue Light"/>
              </a:rPr>
              <a:t>Recommendation: Approche itérative qui minimise les risques et maximise le ROI à chaque étape.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2876" y="2011680"/>
            <a:ext cx="27432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22876" y="4114800"/>
            <a:ext cx="27432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0" y="0"/>
            <a:ext cx="1371600" cy="1371600"/>
          </a:xfrm>
          <a:prstGeom prst="rt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0800000">
            <a:off x="10817352" y="5486400"/>
            <a:ext cx="1371600" cy="1371600"/>
          </a:xfrm>
          <a:prstGeom prst="rt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5F"/>
                </a:solidFill>
                <a:latin typeface="Helvetica Neue"/>
              </a:defRPr>
            </a:pPr>
            <a:r>
              <a:t>Prochaine Étape : Lançons le Dialogue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Atelier de découverte de 2h pour identifier vos quick wins UX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Livrable : Roadmap priorisée avec ROI estimé par initiative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800">
                <a:solidFill>
                  <a:srgbClr val="1A1A1A"/>
                </a:solidFill>
                <a:latin typeface="Helvetica Neue Light"/>
              </a:defRPr>
            </a:pPr>
            <a:r>
              <a:t>Délai : Résultats visibles sous 4-6 semaines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